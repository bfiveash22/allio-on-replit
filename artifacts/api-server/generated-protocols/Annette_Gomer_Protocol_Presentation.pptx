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peptide-chat.abacusai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FORGOTTEN FORMULA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554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PRIVATE MEMBER ASSOCIATION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25400">
            <a:solidFill>
              <a:srgbClr val="C9A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Member Protocol  2026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Annette Gomer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Prepared by: FF Trustee Michael Blake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931920"/>
            <a:ext cx="3291840" cy="32004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CANCER-SPECIFIC PROTOCOL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"Before you heal someone, ask him if he's willing to give up the things that make him sick"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Hippocrates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ABOUT OUR ASSOCIATION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Is Forgotten Formula PMA?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Forgotten Formula PMA is a Private Members Association operating at the constitutional level — providing medical freedom through natural therapies, peptide protocols, and regenerative modalities.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Supreme Court has upheld the constitutional right to private association, allowing members to access modalities and therapeutic formulations outside of conventional regulation.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Constitutional Protection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Operating above state-level regulation under the right to private association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In-House Manufacturing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 peptide compounding and bioregulator formulation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2651760" cy="12801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60604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AI-Powered Research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FORMULA protocol assembly backed by published PubMed research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"We hold these truths to be self-evident…" — Declaration of Independence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PMA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Constitutional framework &amp; philosophy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methodology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Therapy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Injectable, oral &amp; bioregulator protocols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HBOT &amp; IV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Hyperbaric &amp; infusion therapy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Detoxification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Heavy metal, pathogen &amp; gut protocols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346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 support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703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5156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 &amp; Nutrition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Phased dietary protocol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023360" cy="73152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03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Follow-up labs &amp; milestones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Root-Cause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"Illness is the summation of experience" — every symptom traces back to a disrupted foundation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CarbonCycle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Environmental toxin accumulation disrupts cellular energy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MicrobiotaShift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3317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Gut flora dysbiosis triggers systemic immune dysfunction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MitochondrialDrift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1089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ATP production failure leads to chronic fatigue and degeneration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AutoimmuneLoop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38862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Chronic inflammation creates self-perpetuating tissue damage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"The body was designed to heal itself — given the proper conditions" — Hippocrates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 R's to Healing at FF PMA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6858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1: REMOVE (Weeks 1-3)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10058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elimination of oncogenic drivers, toxic bioaccumulation, and immune triggers.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68580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2: RESTORE (Weeks 4-6)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4-6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Gut barrier healing, immune modulation, and foundation of oncology support.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73152" cy="685800"/>
          </a:xfrm>
          <a:prstGeom prst="rect">
            <a:avLst/>
          </a:prstGeom>
          <a:solidFill>
            <a:srgbClr val="C8CFE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CFE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3: REPLENISH (Weeks 7-8)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7-8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Correct mineral and antioxidant deficiencies; deepen anti-cancer effect.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37560"/>
            <a:ext cx="73152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4: REGENERATE (Weeks 9-11)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9-11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3375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tissue and immune system regeneration; ongoing cancer suppression.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6858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05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5: REBALANCE (Weeks 12-13)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12-13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41148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Long-term maintenance, immune homoeostasis, and tumor microenvironment normalization.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DIAGNOSTIC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Systems of Focus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P53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Tumor Suppressor Pathways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P53 gene is the body's master cancer defense. When disrupted by toxins, oxidative stress, or chronic inflammation, malignant cells escape surveillance.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Peptides: PNC-27, FOXO4-DRI, MENK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 produce cellular energy. Dysfunction leads to fatigue, neurodegeneration, and metabolic collapse. Supporting ATP production is foundational.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Peptides: SS-31, MOTS-c, Epithalon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32918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517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ECS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ECS regulates pain, mood, immunity, and homeostasis. Deficiency drives chronic illness. Targeted cannabinoid ratios restore balance.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Compounds: CBD, CBG, CBN, THC, DMSO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90-Day Protocol + Phase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10312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 —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Detox IV protocol (5-step)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Begin oral peptides &amp; bioregulators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ECS suppository introduction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Dietary elimination phase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Baseline labs &amp; imaging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097280"/>
            <a:ext cx="210312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 — Build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Add injectable peptides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HBOT sessions begin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Increase cannabinoid ratios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Gut flora optimization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Nutrient repletion protocols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97280"/>
            <a:ext cx="2103120" cy="36576"/>
          </a:xfrm>
          <a:prstGeom prst="rect">
            <a:avLst/>
          </a:prstGeom>
          <a:solidFill>
            <a:srgbClr val="C8CFE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CFE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 — Optimize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Full-spectrum modality stack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Advanced sirtuin/mito support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Exosome therapy if indicated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Re-assess labs &amp; markers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Transition planning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95160" y="1097280"/>
            <a:ext cx="2103120" cy="36576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0" y="1097280"/>
            <a:ext cx="210312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234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 — Maintain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15544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Ongoing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86600" y="182880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Maintenance peptide cycles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Quarterly lab monitoring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Lifestyle integration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Community support access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Ongoing ECS optimization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1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 Information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238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Legal 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Annette Gomer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MM / DD / YYYY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Phone Number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(___) ___-____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 Address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email@example.com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Mailing Address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Emergency 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 &amp; phone number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Height / Weight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___ft ___in / ___lbs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794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female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2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 History &amp; Current Conditions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238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Health Concern(s)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Metastatic adenocarcinoma — active cancer requiring comprehensive protocol, Graves' disease — hyperthyroid autoimmune condition, Hashimoto's thyroiditis — concurrent autoimmune thyroid destruction, Dual autoimmune thyroid disorder — paradoxical Graves/Hashimoto coexistence, Fatigue and declining energy, Immune system dysfunction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Previous Assessments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Metastatic adenocarcinoma, Graves' disease, Hashimoto's thyroiditis, Chronic autoimmune thyroid disorder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Medications &amp; Supplements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Thyroid medication (type and dose to be confirmed at intake)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Known Allergies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Medications, foods, environmental...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Family History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Cancer, autoimmune, cardiovascular...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 Surgeries / Procedures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 with approximate dates...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INTAKE — SECTION 3 OF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Symptoms, Lifestyle &amp; Goals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286000"/>
          </a:xfrm>
          <a:prstGeom prst="rect">
            <a:avLst>
              <a:gd name="adj" fmla="val 4000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Symptoms (check all that apply)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Chronic fatigue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Joint/muscle pain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Brain fog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Digestive issues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Insomnia / poor sleep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Weight gain/loss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Skin issues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16459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Mood / anxiety / depression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68880" y="19202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Hormonal imbalance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Autoimmune flare-ups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68880" y="24688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Frequent infections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68880" y="2743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Chemical sensitivity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2286000"/>
          </a:xfrm>
          <a:prstGeom prst="rect">
            <a:avLst>
              <a:gd name="adj" fmla="val 4000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Lifestyle &amp; Environmental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4173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Diet Type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15819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 / Keto / Paleo / Vegan...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920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Exercise Frequency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None / 1-2x / 3-5x / Daily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4231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Toxic Exposures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0" y="2587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Lifetime environmental exposure to be assessed at intake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9260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Stress Level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3776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/ Moderate / High / Severe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8229600" cy="1371600"/>
          </a:xfrm>
          <a:prstGeom prst="rect">
            <a:avLst>
              <a:gd name="adj" fmla="val 6667"/>
            </a:avLst>
          </a:prstGeom>
          <a:solidFill>
            <a:srgbClr val="24305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20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Health Goals &amp; Desired Outcomes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What are your top health goals for this 90-day program?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THERAPY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Custom Peptides — Injectable, Oral &amp; Bioregulator Protocols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C9A5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Injectable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3108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9224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Bioregulators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IMMUNE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Immune Surveillance &amp; Defense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Thymosin Alpha-1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1.6mg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Subcutaneous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2x weekly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LL-37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50-100mcg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Subcutaneous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2x/week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 weeks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KPV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capsule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nightly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Thymosin Alpha-1 (Oral)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1-2 capsules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LONGEVITY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Anti-Aging &amp; Cellular Longevity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749040"/>
          </a:xfrm>
          <a:prstGeom prst="rect">
            <a:avLst>
              <a:gd name="adj" fmla="val 2439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Thymus Bioregulator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capsules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 30d then 10d/mo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protocol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749040"/>
          </a:xfrm>
          <a:prstGeom prst="rect">
            <a:avLst>
              <a:gd name="adj" fmla="val 2439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Central Nervous System Bioregulator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784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capsules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4632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784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77840" y="3566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x 30d then 10d/mo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7840" y="3931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first 8 weeks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 PROTOCOLS — ADDITIONAL PEPTIDES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Peptide Protocols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BPC-157/TB-500 Blend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2.5mg each (0.5mL blend)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Subcutaneous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SQ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GHK-Cu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2mg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Subcutaneous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SQ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 weeks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BPC-157 Pure (Immediate Release)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capsule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daily AM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66560" y="1005840"/>
            <a:ext cx="1920240" cy="3749040"/>
          </a:xfrm>
          <a:prstGeom prst="rect">
            <a:avLst>
              <a:gd name="adj" fmla="val 4762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1097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TB4-Frag Oral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5800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capsule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SubQ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Cycle: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3931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12 weeks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+ 2 additional peptides in this category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THERAPY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Hyperbaric Oxygen Therapy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delivers 100% oxygen under increased atmospheric pressure, driving oxygen deep into tissues, plasma, and cerebrospinal fluid. This accelerates wound healing, reduces inflammation, stimulates stem cell mobilization, and enhances mitochondrial function.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operates its own HBOT Systems Division with medical-grade chambers available to members.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Neovascularization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Stimulates new blood vessel growth in damaged tissues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Stem Cell Release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 to 8x increase in circulating stem cells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Anti-Inflammatory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cytokine storms and systemic inflammation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2468880"/>
            <a:ext cx="1965960" cy="10972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2468880"/>
            <a:ext cx="1965960" cy="36576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6060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Neuroprotection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Enhances brain oxygenation and cognitive recovery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HBOT Systems Division — Contact us for availability and member pricing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Chamber Options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HE5000 Plus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Premium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Clinical-grade hard-shell chamber with full 1.5 ATA capability. Walk-in design seats 5 people. Ideal for families, clinics, and high-volume use.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1.5 ATA maximum pressure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Walk-in, 5-person capacity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Medical-grade oxygen concentrator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Built-in cooling system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Vitaeris 320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Portable soft-shell chamber rated to 1.3 ATA. Single-person design, easy setup. Perfect for daily home use and maintenance protocols.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1.3 ATA maximum pressure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Single-person portable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2900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Easy home setup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Quiet operation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97480" cy="3840480"/>
          </a:xfrm>
          <a:prstGeom prst="rect">
            <a:avLst>
              <a:gd name="adj" fmla="val 3390"/>
            </a:avLst>
          </a:prstGeom>
          <a:solidFill>
            <a:srgbClr val="243055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Military Grade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Professional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Dual-person hard-shell chamber rated to 2.0 ATA. Hospital-grade construction with advanced monitoring. For clinics and serious practitioners.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0936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2.0 ATA maximum pressure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Dual-person capacity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09360" y="3566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Hospital-grade construction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Advanced pressure monitoring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DETOXIFICATION PROTOCOLS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5-Step Detox IV Sequence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Administered sequentially in-clinic to chelate heavy metals, replenish nutrients, and support detox pathways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Chelation therapy — binds and removes lead, mercury, cadmium, arsenic from bloodstream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Myers' Cocktail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Magnesium, calcium, B-vitamins, vitamin C — replenishes minerals depleted by chelation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Glutathione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Master antioxidant — supports liver detox pathways, protects cells during chelation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High-Dose Vitamin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25–75g IV — generates hydrogen peroxide in cancer cells, spares healthy tissue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C9A5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Phosphatidylcholine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Cell membrane repair — restores lipid bilayer integrity damaged by toxins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PROTOCOLS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At-Home Therapeutic Protocols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Detox Baths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Epsom salt, bentonite clay, and essential oil baths — 3x per week for lymphatic drainage and toxin elimination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Castor Oil Packs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Apply to liver area 30–60 min, 3–4x/week to stimulate lymphatic flow and reduce inflammation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Coffee Enemas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Organic coffee retention enemas for glutathione production and bile duct cleansing — per protocol schedule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Nebulization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Colloidal silver, glutathione, or hydrogen peroxide nebulization for respiratory and immune support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 Light Therapy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NIR/red light panel sessions for mitochondrial support, wound healing, and inflammation reduction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Barefoot earthing 20+ min/day for inflammation reduction and circadian rhythm regulation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PREREQUISITE — BIOLOGICAL DENTISTRY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Dental Dangers &amp; Disease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"Fix the roof before it rains — amalgam, cavitations, and root canals are silent drivers of systemic disease"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Mercury Amalgam Fillings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amalgam filling contains ~50% mercury — a potent neurotoxin. Mercury vapor is released 24/7, accumulating in brain, kidneys, and gut. Safe removal by IAOMT-certified dentist required.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Root Canals &amp; Cavitations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Dead teeth harbor anaerobic bacteria that produce potent toxins (thioethers). These drain into the bloodstream, contributing to autoimmune disease, cancer, and chronic inflammation.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 w="19050">
            <a:solidFill>
              <a:srgbClr val="C9A5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Galvanic Currents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Mixed metals in the mouth create battery-like electrical currents that disrupt the nervous system and accelerate mercury release from amalgam fillings.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Dietary Protocol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54864" cy="1188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Elimination (Weeks 1-3)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all processed foods, gluten, dairy, refined sugars, seed oils.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Eliminate: Gluten, Dairy, Sugar, Seed/vegetable oils, Commercial animal products, High-lectin grains, Raw crucifers, Soy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Cooked organic vegetables, Grass-fed/wild proteins, Fermented foods, Bone broth, Prebiotic fiber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54864" cy="118872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Anti-Inflammatory (Weeks 4-8)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Transition to low-glycemic, anti-inflammatory keto with periodic root veggie refeed.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Wild-caught fish, Olive/avocado/coconut oil, Green leafy/crucifers (cooked), Berries, Seeds (soaked), High-quality plant carbs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291840"/>
            <a:ext cx="54864" cy="1188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Maintenance/Rebuild (Weeks 9-13)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Sustain anti-inflammatory diet, gradually reintroduce select low-inflammatory foods.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Emphasize: Ongoing ferments, cooked seasonal produce, root veg refeed, Aim for 80% plant-based, 20% wild animal protein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617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Intermittent Fasting: 16:8 or 14:10 daily, unless underweight or hypoglycemic </a:t>
            </a:r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2 meals within feeding window, avoid late night eating. (Autophagy support, glycemic/metabolic/bloat control)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MODALITIES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Therapeutic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Liposomal Supplements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097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Vitamin D3/K2, Astaxanthin w/ Vitamin C, Curcumin+6 Nano, Selenium + Magnesium &amp; Zinc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Nebulization Protocols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097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Nebulized Glutathione, Nebulized Hydrogen Peroxide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Topical Protocols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Extended Recovery Cooling Lotion, Kaneh Bosem Ancient Healing Oil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0312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Lifestyle Modifications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Sleep, Movement, Breathing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4023360" cy="86868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108960"/>
            <a:ext cx="54864" cy="86868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Dietary Guidelines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108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383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 elimination of gluten, dairy, processed sugars, commercial animal protein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MITOCHONDRIAL &amp; SIRTUIN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NAD+, GlyNAC, MitoSTAC Complex, Methylation, Cellular Energy Restoration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Sirtuin &amp; Mitochondrial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22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MitoSTAC Complex (Sirtuin Activation)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Resveratrol: per label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Pterostilbene: per label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Quercetin: per label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Fisetin: per label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7315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0" y="822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&amp; GlyNAC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NMN or NR: 500mg — daily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GlyNAC Protocol: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Glycine: 3g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NAC: 600mg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Frequency: daily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560320"/>
            <a:ext cx="8595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Support Stack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L-carnitine: 500mg — Fatty acid mitochondrial import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D-ribose: 5g — Mitochondrial ATP support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CoQ10: 100mg — ETC/antioxidant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30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Methylation Support: </a:t>
            </a:r>
            <a:pPr indent="0" marL="0">
              <a:buNone/>
            </a:pPr>
            <a:r>
              <a:rPr lang="en-US" sz="10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Methylated B-Complex per label | Methylfolate/B12 per label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MITOCHONDRIAL PATHWAY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MitoSTAC Activation Cascade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Input Compounds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Oral / IV / Suppository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NMN / NR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precursors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48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Resveratrol + Quercetin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 activators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43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 + PQQ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ETC cofactors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 + Glutathione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Antioxidant shield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2286000" cy="502920"/>
          </a:xfrm>
          <a:prstGeom prst="rect">
            <a:avLst>
              <a:gd name="adj" fmla="val 9091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Fisetin + Curcumin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Senolytic + NF-kB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5176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51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5176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54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Cellular Targets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15544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NAD+ Pool 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18288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Sirtuin activation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00400" y="22402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ETC Efficiency 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25146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ATP production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00400" y="29260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Senescent Cell 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2004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Zombie cell clearance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00400" y="3611880"/>
            <a:ext cx="2286000" cy="54864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611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Inflammation 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886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NF-kB suppression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24305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Cellular energy (ATP)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DNA repair capacity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↓ Oxidative stress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↓ Biological age markers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↑ Telomere maintenance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CANNABINOID LIGAND PATHWAY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Endocannabinoid System &amp; Ligand Pathways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Cannabinoid Ligand Pathway Research (FFPMA Drive) — CB1/CB2 receptor signaling cascade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CB1 Receptors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Brain, CNS, Nervous System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Pain modulation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Mood &amp; anxiety regulation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Appetite control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Memory &amp; cognition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411480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CB2 Receptors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Immune System, Periphery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Immune modulation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Anti-inflammatory signaling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Bone density regulation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Gut barrier integrity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 daytime/nighttime ECS suppository rotation delivers high bioavailability non-psychoactive/psychoactive cannabinoids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BUILDER — MODALITY SELECTION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Your Custom Protocol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 all modalities and products for this member's program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Selection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BPC-157/TB-500 Blend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Thymosin Alpha-1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LL-37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29514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GHK-Cu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96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BPC-157 Pure (Immediate Release)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KPV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371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HBOT Chamber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HE5000 Plus (1.5 ATA)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83480" y="1892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Vitaeris 320 (1.3 ATA)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83480" y="20939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Military Grade (2.0 ATA)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91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IV Protocols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EDTA Chelation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813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☑ Myers' Cocktail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40142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Glutathione Push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42153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High-Dose Vit 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" y="44165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Phosphatidylcholine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4114800" cy="1737360"/>
          </a:xfrm>
          <a:prstGeom prst="rect">
            <a:avLst>
              <a:gd name="adj" fmla="val 5263"/>
            </a:avLst>
          </a:prstGeom>
          <a:solidFill>
            <a:srgbClr val="243055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291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Modalities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11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Detox Bath Protocol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83480" y="3813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Biological Dentistry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83480" y="401421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5-Day Fast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83480" y="42153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Cannabinoid Pathway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83480" y="44165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☐ MitoSTAC Stack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 Schedule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320040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Filtered water w/ French Celtic Salt — 16-24 oz glass with 1/4 tsp salt and 1 squeeze of lemon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Adaptogen Greens w/ Digestive Enzymes — 1 scoop in water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Bio-Vitamin All-in-One Micronized Liquid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Astaxanthin w/ Vitamin C (Liposomal)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MitoStac (resveratrol/pterostilbene/quercetin/fisetin) — per label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GlyNAC — Glycine 3g + NAC 600mg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Selenium + Magnesium &amp; Zinc — 1 tablespoon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5R Oral Peptide: BPC-157 Pure Immediate Release — 1 capsule (empty stomach)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Elixir for Everything (Original, sublingual tincture) — 0.5ml hold under tongue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Thymus Bioregulator — 2 capsules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965960" cy="3200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REDS powder — 1 scoop in water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Gut Feeling vegan GI formula — 1 scoop in water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CerebroPep or CogniPep (alternate) — 1 capsule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Mighty Blue supplement — as directed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Liposomal Curcumin+6 Nano — 1 tbsp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CoQ10 (IM) — 100mg IM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Digestion aid (digestive enzymes or bitters) — per meal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965960" cy="320040"/>
          </a:xfrm>
          <a:prstGeom prst="rect">
            <a:avLst/>
          </a:prstGeom>
          <a:solidFill>
            <a:srgbClr val="1A244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Clay or Epsom Salt Detox Bath — protocol per fatigue and detox phase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Castor oil pack — applied over liver &amp; thyroid region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Infrared sauna — 20-30 min at 120–140°F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Fenbendazole (Henben) — 222mg capsule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Probiotic (100B CFU+) — 1 capsule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Curcumin+6 Nano (liposomal) — 1 tbsp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Astaxanthin w/ Vit C (liposomal) — 1 tbsp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Coffee enema — optional, 1-2x/week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Recovery Cooling Lotion — apply to achey joints/lymph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65960" cy="32004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9144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BEDTIME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280160"/>
            <a:ext cx="1874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ECS Nighttime Suppository — THC:CBD 1:1 (25mg each) + CBN 20mg + CBG 10mg + DMSO, in cacao butter base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KPV Capsule — 1 capsule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PinealPep — 1 capsule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Magnesium (glycinate form) — 200-400mg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Bio-Vitamin — 1 tbsp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A244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Elixir for Everything (Original, sublingual tincture) — 0.5ml under tongue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90-Day Schedule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1–4: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1: Intake + labs + detox bath begins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2: First IV sequence + immune peptides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3: 5-day fast (supervised)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4: Liver cleanse + HBOT starts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5–8: Rebuild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5: Full peptide stack active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6: Daily HBOT sessions begin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7: Mid-protocol labs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8: Bioregulator cycle starts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Weeks 9–12: Optimize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9: Advanced modalities introduced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10: MitoSTAC activation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11: Cannabinoid pathway tuning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12: Final labs + protocol review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0" y="1005840"/>
            <a:ext cx="2103120" cy="3840480"/>
          </a:xfrm>
          <a:prstGeom prst="rect">
            <a:avLst>
              <a:gd name="adj" fmla="val 4348"/>
            </a:avLst>
          </a:prstGeom>
          <a:solidFill>
            <a:srgbClr val="2430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4: Maintain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HBOT maintenance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Quarterly lab monitoring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4944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Bioregulator cycling continues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3474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Lifestyle protocol maintenance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MONITORING &amp; FOLLOW-UP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Progress Tracking &amp; Lab Schedule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560320"/>
          </a:xfrm>
          <a:prstGeom prst="rect">
            <a:avLst>
              <a:gd name="adj" fmla="val 3571"/>
            </a:avLst>
          </a:prstGeom>
          <a:solidFill>
            <a:srgbClr val="2430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 Work Schedule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Labs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417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CBC, CMP, thyroid panel, hormone panel, inflammatory markers (CRP, ESR), heavy metals, mycotoxins, vitamin D, B12, folate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Mid-Protocol Labs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 inflammatory markers, metabolic panel, hormone re-check, liver enzymes, kidney function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Labs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423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repeat of baseline panel, before/after comparison, P53 markers, telomere length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Maintenance Labs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2926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Quarterly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Inflammatory markers, metabolic panel, vitamin levels, hormone panel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97280"/>
          </a:xfrm>
          <a:prstGeom prst="rect">
            <a:avLst>
              <a:gd name="adj" fmla="val 8333"/>
            </a:avLst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Follow-Up Schedule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▸ [object Object]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RESEARCH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Peptide Chat — AI Assistant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 our custom AI research assistant trained on thousands of peptide studies, clinical trials, and mechanism-of-action papers.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Ask questions about any peptide in your protocol — interactions, dosing rationale, mechanism of action, supporting research.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"What is the mechanism of PNC-27 against pancreatic cancer?"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"Can LL-37 and KPV be taken simultaneously?"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49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"Show me clinical trials for Epithalon and telomere extension"</a:t>
            </a:r>
            <a:endParaRPr lang="en-US" sz="90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2743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Peptide Chat →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4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Backing Our Protocols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Moringa Health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Comprehensive overview of moringa's anti-inflammatory, antioxidant, and immune-supporting properties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https://ensosuperfoods.com/blogs/supergreens/moringa-health-benefits-for-women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Chlorella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Heavy metal detox, immune support, and nutrient density — why chlorella is in your protocol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https://www.healthline.com/nutrition/benefits-of-chlorella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Marine Phytoplankton Benefits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marine phytoplankton provides bioavailable nutrition at the cellular level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https://flexhealthandwellness.com/blogs/blog/marine-phytoplankton-improves-human-health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Sirtuins and Atherosclerosis Reduction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Peer-reviewed research on how sirtuin activation reduces atherosclerosis — the science behind our NAD+ protocols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https://www.ahajournals.org/doi/10.1161/CIRCRESAHA.118.312498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DMSO IV for Plaque Reduction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DMSO IV therapy supports plaque reduction and cardiovascular health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https://www.lifeextension.com/magazine/2007/7/cover_dmso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Hydrogen Peroxide for Clogged Arteries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hydrogen peroxide therapy supports arterial clearance and cardiovascular function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https://rmcgeorgia.com/how-hydrogen-peroxide-helps-clear-clogged-arteries/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Fenbendazole and Cancer: Research Overview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Anti-parasitic compounds showing documented anti-tumor properties in preclinical studies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https://www.ncbi.nlm.nih.gov/pmc/articles/PMC7523519/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High-Dose Vitamin C in Cancer Protocol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Peer-reviewed evidence for IV vitamin C as adjunctive cancer therapy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https://www.ncbi.nlm.nih.gov/pmc/articles/PMC5927785/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Endocannabinoid System and Immune Regulation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How the ECS modulates immune response — the science behind our CBD/CBG protocols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https://www.ncbi.nlm.nih.gov/pmc/articles/PMC7023045/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Iodine Deficiency and Thyroid/Cancer Connection</a:t>
            </a:r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Relationship between iodine deficiency, thyroid dysfunction, and cancer risk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https://www.ncbi.nlm.nih.gov/pmc/articles/PMC3752513/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LIBRARY &amp; 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 Library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books, research documents, schedules, and protocol guides in one place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Recommended Reading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Virus Recovery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Essential reading on breaking up biofilm with nebulization and high-dose vitamin C therapy for viral recovery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World Without Cancer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link between nitrilosides and cancer — the story of B17 Laetrile and why it matters for your protocol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Iodine Crisis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Critical reading on the relationship between selenium, iodine, and cancer rise in the U.S.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Cancer Therapy: Results of Fifty 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original Gerson therapy clinical documentation — foundational for understanding dietary protocols in cancer care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Metabolic Approach to Cancer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Integrative oncology nutrition and metabolic terrain assessment — essential for understanding cancer as a metabolic disease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Minute Restore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Hydrogen peroxide therapy overview and its applications for supporting the body's natural healing processes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931920" cy="3200400"/>
          </a:xfrm>
          <a:prstGeom prst="rect">
            <a:avLst>
              <a:gd name="adj" fmla="val 2857"/>
            </a:avLst>
          </a:prstGeom>
          <a:solidFill>
            <a:srgbClr val="24305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4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Drive Resources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documents, research papers, and guides will be shared via Google Drive after onboarding.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Custom Protocol —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Member Name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Annette Gomer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2026-03-15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Selected Peptides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BPC-157/TB-500 Blend, Thymosin Alpha-1, LL-37, GHK-Cu, BPC-157 Pure (Immediate Release), KPV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 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Modalities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IV Therapy, IM Injections, ECS Optimization, Sirtuin/Mito Support, HBOT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2430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Dietary Focus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Elimination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54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Healing Begins 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root-cause approach to regeneration — customized for your body, backed by science, protected by constitutional right.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19050">
            <a:solidFill>
              <a:srgbClr val="C9A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forgottenformulapma.com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peptide-chat.abacusai.app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HBOT Systems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FE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FFPMA Division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5B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"Before you heal someone, ask him if he's willing to give up the things that make him sick"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A54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Hippocrates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Confidential — Private Members Association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Annette Gomer — Member Protocol 2026</dc:title>
  <dc:subject>Structural template derived from Trustee FINAL reference PPTX (Drive: 1Tc_hVN7M6c2Q41151GXsvrH8OWAZ7hPL). Color theme: Navy (#1A2440/#0A0E1A) + Gold (#C9A54E) + Lavender (#E8EDF5/#C8CFE0). Fonts: Playfair Display (headers) + Source Sans 3 (body). Based on Trustee_FFPMA_Protocol_Final_Template_1773763070654.pptx. 34-slide structure.</dc:subject>
  <dc:creator>Forgotten Formula PMA — DR. FORMULA</dc:creator>
  <cp:lastModifiedBy>Forgotten Formula PMA — DR. FORMULA</cp:lastModifiedBy>
  <cp:revision>1</cp:revision>
  <dcterms:created xsi:type="dcterms:W3CDTF">2026-03-19T03:47:46Z</dcterms:created>
  <dcterms:modified xsi:type="dcterms:W3CDTF">2026-03-19T03:47:46Z</dcterms:modified>
</cp:coreProperties>
</file>